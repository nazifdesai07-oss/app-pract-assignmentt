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9AA0A6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hVh+Fg4ocRMZsd4OGRR0WQ0wdK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&#10;&#10;Description automatically generated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573" y="81285"/>
            <a:ext cx="2920931" cy="13542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074503" y="829023"/>
            <a:ext cx="9030900" cy="12933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DEPARTMENT OF COMPUTER SCIENCE &amp; ENGINEERING</a:t>
            </a:r>
            <a:endParaRPr b="0" i="0" sz="1800" u="none" cap="none" strike="noStrike">
              <a:solidFill>
                <a:schemeClr val="lt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MOOD RECOGNITION</a:t>
            </a:r>
            <a:endParaRPr b="0" i="1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based methodology to predict emotion using facial expressions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Sanika purbuj, Mrunal Tukan, Darshika Rathod,  Palak Kulshrestha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53573" y="1435502"/>
            <a:ext cx="2869500" cy="5541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Faculty Guide: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Anupama Budhewar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3013334" y="-393524"/>
            <a:ext cx="4927697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Architecture/ Diagram: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074504" y="170085"/>
            <a:ext cx="7420624" cy="584775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MIT SCHOOL OF COMPUTING </a:t>
            </a:r>
            <a:endParaRPr b="0" i="0" sz="3200" u="none" cap="none" strike="noStrike">
              <a:solidFill>
                <a:srgbClr val="323F4F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-3345986" y="2629235"/>
            <a:ext cx="286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52400" y="5066875"/>
            <a:ext cx="4403100" cy="1903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farmer </a:t>
            </a: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 a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backbone of nation for raising food or raw need of human being, </a:t>
            </a: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who needs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support to overcome traditional planning for crop, unpredictable weather and market conditions and awareness of government policies </a:t>
            </a: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because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they are not having guaranteed returns due to which they are failing to plan good life.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668825" y="5256752"/>
            <a:ext cx="4006200" cy="1208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Multiciliated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system will help farmers to register and help them to plan crops, share resources, avail loans, vendor and market facility along with weather prediction.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674925" y="5108249"/>
            <a:ext cx="3256500" cy="1505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and Feasibility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Modules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analysis and approach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Loan and government schemes 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 plannings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of all modules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565338" y="180102"/>
            <a:ext cx="1556400" cy="585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: TYCORE1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Id: 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8825" y="2274725"/>
            <a:ext cx="4006100" cy="282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221750"/>
            <a:ext cx="4403099" cy="28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8675025" y="22747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Block Diagram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2023-08-22T15:55:58Z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a9f9e4d2-07a5-4c01-b96a-2377cca3dabb</vt:lpwstr>
  </property>
  <property fmtid="{D5CDD505-2E9C-101B-9397-08002B2CF9AE}" pid="8" name="MSIP_Label_e65487c9-99ed-4cbc-93a8-0e9b1796bde5_ContentBits">
    <vt:lpwstr>0</vt:lpwstr>
  </property>
</Properties>
</file>